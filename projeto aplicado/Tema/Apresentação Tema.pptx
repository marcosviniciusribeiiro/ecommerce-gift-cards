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6" r:id="rId4"/>
    <p:sldId id="265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-1354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497787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982528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32611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83300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83689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53610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579849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3855040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97640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144880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2030938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2604A-C642-40CD-ADD8-EF19E3E44740}" type="datetimeFigureOut">
              <a:rPr lang="pt-BR" smtClean="0"/>
              <a:pPr/>
              <a:t>17/02/2024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79A26-DA92-4411-B11E-A7ADA06EF93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="" xmlns:p14="http://schemas.microsoft.com/office/powerpoint/2010/main" val="109973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946"/>
            <a:ext cx="9144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43621" y="4895986"/>
            <a:ext cx="8065344" cy="1580604"/>
          </a:xfrm>
        </p:spPr>
        <p:txBody>
          <a:bodyPr>
            <a:normAutofit fontScale="90000"/>
          </a:bodyPr>
          <a:lstStyle/>
          <a:p>
            <a:pPr algn="r"/>
            <a:r>
              <a:rPr lang="pt-BR" sz="4000" b="1" dirty="0" smtClean="0"/>
              <a:t>   PROJETO INTEGRADO</a:t>
            </a:r>
            <a:br>
              <a:rPr lang="pt-BR" sz="4000" b="1" dirty="0" smtClean="0"/>
            </a:br>
            <a:r>
              <a:rPr lang="pt-BR" sz="4000" b="1" dirty="0" smtClean="0"/>
              <a:t> EAD </a:t>
            </a:r>
            <a:br>
              <a:rPr lang="pt-BR" sz="4000" b="1" dirty="0" smtClean="0"/>
            </a:br>
            <a:r>
              <a:rPr lang="pt-BR" sz="4000" b="1" dirty="0" smtClean="0"/>
              <a:t> </a:t>
            </a:r>
            <a:br>
              <a:rPr lang="pt-BR" sz="4000" b="1" dirty="0" smtClean="0"/>
            </a:br>
            <a:r>
              <a:rPr lang="pt-BR" sz="4000" b="1" dirty="0" smtClean="0"/>
              <a:t/>
            </a:r>
            <a:br>
              <a:rPr lang="pt-BR" sz="4000" b="1" dirty="0" smtClean="0"/>
            </a:br>
            <a:endParaRPr lang="pt-BR" sz="400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135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122364"/>
            <a:ext cx="7772400" cy="631132"/>
          </a:xfrm>
        </p:spPr>
        <p:txBody>
          <a:bodyPr>
            <a:normAutofit fontScale="90000"/>
          </a:bodyPr>
          <a:lstStyle/>
          <a:p>
            <a:r>
              <a:rPr lang="pt-BR" sz="4000" b="1" dirty="0" smtClean="0"/>
              <a:t>TEMA</a:t>
            </a:r>
            <a:endParaRPr lang="pt-BR" sz="4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45978" y="1866553"/>
            <a:ext cx="7978366" cy="1863475"/>
          </a:xfrm>
        </p:spPr>
        <p:txBody>
          <a:bodyPr>
            <a:noAutofit/>
          </a:bodyPr>
          <a:lstStyle/>
          <a:p>
            <a:pPr algn="l">
              <a:buFont typeface="Arial" pitchFamily="34" charset="0"/>
              <a:buChar char="•"/>
            </a:pPr>
            <a:r>
              <a:rPr lang="pt-BR" dirty="0" smtClean="0"/>
              <a:t>Apresente a área de interesse do seu projeto.</a:t>
            </a:r>
          </a:p>
          <a:p>
            <a:pPr algn="l">
              <a:buFont typeface="Arial" pitchFamily="34" charset="0"/>
              <a:buChar char="•"/>
            </a:pPr>
            <a:r>
              <a:rPr lang="pt-BR" dirty="0" smtClean="0"/>
              <a:t>Quais serão as funcionalidades do seu projeto?</a:t>
            </a:r>
          </a:p>
          <a:p>
            <a:pPr algn="l">
              <a:buFont typeface="Arial" pitchFamily="34" charset="0"/>
              <a:buChar char="•"/>
            </a:pPr>
            <a:r>
              <a:rPr lang="pt-BR" dirty="0" smtClean="0"/>
              <a:t>Qual será a temática da sua proposta?</a:t>
            </a:r>
            <a:br>
              <a:rPr lang="pt-BR" dirty="0" smtClean="0"/>
            </a:br>
            <a:endParaRPr lang="pt-BR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688879" y="4814242"/>
            <a:ext cx="60296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/>
              <a:t>Verifiquem no AVA quais temas não podem ser utilizados. </a:t>
            </a:r>
            <a:endParaRPr lang="pt-BR" sz="2400" dirty="0"/>
          </a:p>
        </p:txBody>
      </p:sp>
      <p:pic>
        <p:nvPicPr>
          <p:cNvPr id="2050" name="Picture 2" descr="Pode... Não pode - Rabiscos do Samuel Junio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20" y="4744016"/>
            <a:ext cx="1934093" cy="10107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28547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6222" y="1044136"/>
            <a:ext cx="7886700" cy="1325563"/>
          </a:xfrm>
        </p:spPr>
        <p:txBody>
          <a:bodyPr/>
          <a:lstStyle/>
          <a:p>
            <a:r>
              <a:rPr lang="pt-BR" b="1" dirty="0" smtClean="0"/>
              <a:t>O que devo postar no AVA?</a:t>
            </a:r>
            <a:endParaRPr lang="pt-BR" b="1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62188662"/>
              </p:ext>
            </p:extLst>
          </p:nvPr>
        </p:nvGraphicFramePr>
        <p:xfrm>
          <a:off x="591489" y="2492467"/>
          <a:ext cx="7873499" cy="2921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34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84301">
                <a:tc>
                  <a:txBody>
                    <a:bodyPr/>
                    <a:lstStyle/>
                    <a:p>
                      <a:pPr algn="ctr"/>
                      <a:endParaRPr lang="pt-BR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4301">
                <a:tc>
                  <a:txBody>
                    <a:bodyPr/>
                    <a:lstStyle/>
                    <a:p>
                      <a:r>
                        <a:rPr lang="pt-BR" sz="2000" dirty="0"/>
                        <a:t>Tema do Projeto de acordo com</a:t>
                      </a:r>
                      <a:r>
                        <a:rPr lang="pt-BR" sz="2000" baseline="0" dirty="0"/>
                        <a:t> o que será desenvolvido.</a:t>
                      </a:r>
                      <a:endParaRPr lang="pt-BR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84301">
                <a:tc>
                  <a:txBody>
                    <a:bodyPr/>
                    <a:lstStyle/>
                    <a:p>
                      <a:r>
                        <a:rPr lang="pt-BR" sz="2000" dirty="0"/>
                        <a:t>Relacionar as ferramentas que serão utilizadas.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84301">
                <a:tc>
                  <a:txBody>
                    <a:bodyPr/>
                    <a:lstStyle/>
                    <a:p>
                      <a:r>
                        <a:rPr lang="pt-BR" sz="2000" dirty="0"/>
                        <a:t>Explicar o seu projeto.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4301">
                <a:tc>
                  <a:txBody>
                    <a:bodyPr/>
                    <a:lstStyle/>
                    <a:p>
                      <a:pPr algn="ctr"/>
                      <a:endParaRPr lang="pt-BR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345679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298" y="1273362"/>
            <a:ext cx="7886700" cy="5227025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pt-BR" sz="2400" dirty="0" smtClean="0"/>
              <a:t>Preencha o formulário disponível no AVA: </a:t>
            </a:r>
          </a:p>
          <a:p>
            <a:pPr marL="457200" indent="-457200">
              <a:buAutoNum type="arabicParenR"/>
            </a:pPr>
            <a:endParaRPr lang="pt-BR" sz="2400" dirty="0" smtClean="0"/>
          </a:p>
          <a:p>
            <a:pPr marL="457200" indent="-457200">
              <a:buAutoNum type="arabicParenR"/>
            </a:pPr>
            <a:endParaRPr lang="pt-BR" sz="2400" dirty="0" smtClean="0"/>
          </a:p>
          <a:p>
            <a:pPr marL="457200" indent="-457200">
              <a:buAutoNum type="arabicParenR"/>
            </a:pPr>
            <a:endParaRPr lang="pt-BR" sz="2400" dirty="0" smtClean="0"/>
          </a:p>
          <a:p>
            <a:pPr marL="457200" indent="-457200">
              <a:buAutoNum type="arabicParenR"/>
            </a:pPr>
            <a:endParaRPr lang="pt-BR" sz="2400" dirty="0" smtClean="0"/>
          </a:p>
          <a:p>
            <a:pPr marL="457200" indent="-457200">
              <a:buAutoNum type="arabicParenR"/>
            </a:pPr>
            <a:endParaRPr lang="pt-BR" sz="2400" dirty="0" smtClean="0"/>
          </a:p>
          <a:p>
            <a:pPr marL="457200" indent="-457200">
              <a:buAutoNum type="arabicParenR"/>
            </a:pPr>
            <a:endParaRPr lang="pt-BR" sz="2400" dirty="0" smtClean="0"/>
          </a:p>
          <a:p>
            <a:pPr marL="457200" indent="-457200">
              <a:buAutoNum type="arabicParenR"/>
            </a:pPr>
            <a:endParaRPr lang="pt-BR" sz="2400" dirty="0" smtClean="0"/>
          </a:p>
          <a:p>
            <a:pPr marL="457200" indent="-457200">
              <a:buAutoNum type="arabicParenR"/>
            </a:pPr>
            <a:endParaRPr lang="pt-BR" sz="2400" dirty="0" smtClean="0"/>
          </a:p>
          <a:p>
            <a:pPr marL="457200" indent="-457200">
              <a:buAutoNum type="arabicParenR"/>
            </a:pPr>
            <a:endParaRPr lang="pt-BR" sz="2400" dirty="0" smtClean="0"/>
          </a:p>
          <a:p>
            <a:pPr marL="457200" indent="-457200">
              <a:buNone/>
            </a:pPr>
            <a:r>
              <a:rPr lang="pt-BR" sz="2400" dirty="0" smtClean="0"/>
              <a:t>2) Poste no AVA, no formato PDF.</a:t>
            </a:r>
          </a:p>
          <a:p>
            <a:pPr marL="457200" indent="-457200">
              <a:buAutoNum type="arabicParenR"/>
            </a:pPr>
            <a:endParaRPr lang="pt-BR" sz="24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2673" y="1646889"/>
            <a:ext cx="8166226" cy="4006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pt-BR" sz="4000" i="1" dirty="0" smtClean="0"/>
          </a:p>
          <a:p>
            <a:pPr algn="ctr">
              <a:buNone/>
            </a:pPr>
            <a:r>
              <a:rPr lang="pt-BR" sz="4000" i="1" dirty="0" smtClean="0"/>
              <a:t>Bons estudos!</a:t>
            </a:r>
            <a:endParaRPr lang="pt-BR" sz="40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1240</TotalTime>
  <Words>89</Words>
  <Application>Microsoft Office PowerPoint</Application>
  <PresentationFormat>Apresentação na tela (4:3)</PresentationFormat>
  <Paragraphs>23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Tema do Office</vt:lpstr>
      <vt:lpstr>   PROJETO INTEGRADO  EAD     </vt:lpstr>
      <vt:lpstr>TEMA</vt:lpstr>
      <vt:lpstr>O que devo postar no AVA?</vt:lpstr>
      <vt:lpstr>Slide 4</vt:lpstr>
      <vt:lpstr>Slide 5</vt:lpstr>
    </vt:vector>
  </TitlesOfParts>
  <Company>UniProjecao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Thamires de Oliveira Alencar</dc:creator>
  <cp:lastModifiedBy>55619</cp:lastModifiedBy>
  <cp:revision>25</cp:revision>
  <dcterms:created xsi:type="dcterms:W3CDTF">2021-11-11T16:02:00Z</dcterms:created>
  <dcterms:modified xsi:type="dcterms:W3CDTF">2024-02-17T13:30:39Z</dcterms:modified>
</cp:coreProperties>
</file>